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2" r:id="rId6"/>
    <p:sldId id="263" r:id="rId7"/>
    <p:sldId id="266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9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4134" y="1746885"/>
            <a:ext cx="26557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NetCDF-4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056018" y="2585085"/>
            <a:ext cx="30319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Common Data 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50622" y="3209925"/>
            <a:ext cx="284275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Multidimensional Scientific Data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NetCDF-4?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NetCDF-4 is a self-describing, hierarchical data format for storing and accessing multidimensional scientific data based on HDF5.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95834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Machine-independent binary format for array-oriented data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Self-describing (includes metadata and structure information)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HDF5 for enhanced features and compression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standard for climate, weather, and oceanographic research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NetCDF-4 Structure Components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Named integers defining the shape of data arrays (time, lat, lon, height)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Multi-dimensional arrays storing actual data values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Metadata describing variables and global information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Hierarchical organization like a Unix file system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of NetCDF-4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Compression: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Reduces file size with lossless compression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Dimensions: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Variables can have unlimited time steps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Subsetting: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Access specific portions without loading entire file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I/O: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Support for reading/writing in parallel environments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14897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4191"/>
            <a:ext cx="7924800" cy="14897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Applications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5544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&amp; Weather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87452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 precipitation, wind, humidity data from models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272791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Oceanography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59283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temperature, salinity, currents, sea level variations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14897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4191"/>
            <a:ext cx="7924800" cy="14897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Use Cases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5544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Observation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874523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imagery, vegetation indices, land surface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272791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Geosciences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592832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Seismic data, geological models, subsurface analysis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Users &amp; Producers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NCAR/UCAR: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National Center for Atmospheric Research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National Oceanic and Atmospheric Administration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Earth observation and satellite data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Climate Models: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IPCC, weather forecasting centers, research institutions worldwide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Microsoft Office PowerPoint</Application>
  <PresentationFormat>On-screen Show (16:9)</PresentationFormat>
  <Paragraphs>41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aziz jmel</cp:lastModifiedBy>
  <cp:revision>3</cp:revision>
  <dcterms:created xsi:type="dcterms:W3CDTF">2025-12-01T20:08:48Z</dcterms:created>
  <dcterms:modified xsi:type="dcterms:W3CDTF">2025-12-04T18:13:54Z</dcterms:modified>
</cp:coreProperties>
</file>
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755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6694" y="1746885"/>
            <a:ext cx="3530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Precipitation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87870" y="2585085"/>
            <a:ext cx="3568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Water from the Sky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83240" y="3209925"/>
            <a:ext cx="2577401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Meteorology • Water Cycle • Earth Science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Precipitation?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Precipitation is any product of the condensation of atmospheric water vapor that falls from clouds due to gravitational pull.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95834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form of water falling from the atmosphere to Earth's surface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both liquid and solid forms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part of the water cycle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gravity when droplets become too heavy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1"/>
            <a:ext cx="7924800" cy="14897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4190"/>
            <a:ext cx="7924800" cy="14897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Main Types of Precipitation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55448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8745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precipitation falling during many parts of the year in warmer conditions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27279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592831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precipitation that forms when temperature is below freezing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1"/>
            <a:ext cx="7924800" cy="14897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4190"/>
            <a:ext cx="7924800" cy="14897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Types of Precipitation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55448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8745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that freezes into ice pellets falling through cold air layers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27279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59283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pellets from thunderstorms with strong updrafts and freezing temperatures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Precipitation Forms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evaporates from oceans, lakes, and rivers heated by the sun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vapor rises into the atmosphere and cools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causes condensation on dust and salt particles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Droplets grow large enough to fall as precipitation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Precipitation in the Water 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Precipitation is a critical component that completes the water cycle loop.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water from atmosphere to Earth's surface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water to rivers, lakes, and groundwater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ecosystems and sustains life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Influences weather patterns and climate systems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Determines Precipitation Type?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Determines if water falls as rain, snow, sleet, or hail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Humidity: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moisture content increases precipitation potential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conditions: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Affects droplet growth and freezing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type: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Influences precipitation intensity and duration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On-screen Show (16:9)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aziz jmel</cp:lastModifiedBy>
  <cp:revision>2</cp:revision>
  <dcterms:created xsi:type="dcterms:W3CDTF">2025-12-01T19:39:02Z</dcterms:created>
  <dcterms:modified xsi:type="dcterms:W3CDTF">2025-12-04T18:12:22Z</dcterms:modified>
</cp:coreProperties>
</file>
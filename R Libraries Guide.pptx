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771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9338" y="1746885"/>
            <a:ext cx="30453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Libraries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401073" y="2585085"/>
            <a:ext cx="4341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Mapping &amp; Functional Programming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93562" y="3209925"/>
            <a:ext cx="2556877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 • purrr • reshape2 • maps • mapdata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Essential Libraries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 with gridded spatial data (rasters)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purrr: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Functional programming tools for iteration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reshape2: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Flexible data restructuring and melting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Draw geographical maps of countries and regions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mapdata: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Additional map data for high-resolution mapping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raster: Spatial Grid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package for reading, analyzing, and manipulating raster data.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1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satellite imagery and digital elevation models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spatial calculations on large datasets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and extract raster values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and combine multiple rasters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purrr: Functional Tools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elegant, consistent tools for iteration and functional programming.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1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map() functions for applying functions across vectors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manipulation and transformation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with safely() and possibly()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of functions and workflows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reshape2: Data Restructuring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for transforming data between long and wide formats.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1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melt() to convert wide data to long format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cast() to reshape melted data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and summarize data efficiently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data for visualization and analysis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maps: Drawing Maps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package for creating geographical maps without complex dependencies.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1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country, state, and county boundaries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points, lines, and polygons to maps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simple geographic visualizations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alternative to sf/sp packages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mapdata: Enhanced Map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map datasets for high-resolution geographical mapping.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1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resolution coastlines and borders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detailed geographic boundaries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seamlessly with maps package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visualizations for regional analysis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14897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44191"/>
            <a:ext cx="7924800" cy="14897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Applications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55448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Analysis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874523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raster data with maps for spatial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272791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592832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purrr to automate reshape2 and raster workflows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</Words>
  <Application>Microsoft Office PowerPoint</Application>
  <PresentationFormat>On-screen Show (16:9)</PresentationFormat>
  <Paragraphs>52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aziz jmel</cp:lastModifiedBy>
  <cp:revision>2</cp:revision>
  <dcterms:created xsi:type="dcterms:W3CDTF">2025-12-01T19:42:12Z</dcterms:created>
  <dcterms:modified xsi:type="dcterms:W3CDTF">2025-12-04T18:13:17Z</dcterms:modified>
</cp:coreProperties>
</file>